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25" d="100"/>
          <a:sy n="125" d="100"/>
        </p:scale>
        <p:origin x="3906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ECE4-6501-BD9B-17D1-A028918E2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C9DC6-2E9C-A052-8F88-FD5E3DB78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64904-DF63-4270-D6C2-825F0378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EB773-4AEF-FD24-415E-80C1E8FBF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CD8F-F92E-F77A-59C9-E9EFA172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496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989A8-5692-92B2-43FF-49E0D135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755D6-86C8-2439-D6AD-D3B2E4A77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0DD5D-58E1-C8A0-E119-C06D9624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039E-D154-B5AA-C924-4C026D22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363B9-3D4C-8AEB-2A1E-6AC1B8B0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766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E35B-247A-B4FF-4AD2-5AA027AE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AD209-6F16-96DC-0C07-89E61FC6D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61680-6176-AC5E-B1DB-EA469F4E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772A6-116A-A508-C3E6-75E0F432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A780C-9C46-01EC-4AFA-DE9E1DEF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6469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54FA-3D84-A0E0-9948-5152B2C1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66636-021D-2251-0984-931466149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EDFF8-A4C7-7929-9C27-33889B4A1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5E695-4132-E922-00F6-8D73A399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CC1EA-D7A7-25B7-69F8-57836AD8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7BE17-6516-3157-2A62-DD466CA03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408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A9CC-8C8C-8A5F-2105-C121ADF0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4ED50-8FD6-B0C6-AC6C-7CB63B51E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0E669-201B-09DD-5E7B-038D352BF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A2865-3F46-0E2A-8D92-AF9F1369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84F5D-5749-994F-AB3C-E0A699133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87CF6-D84D-28EF-33AB-2BCBEDFB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304F8-3497-B19F-9BB0-ED939AA43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77E33-342E-FE31-CC3A-8E21E75D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7512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B89E-FC5C-CAF0-7A16-1FFF9A82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DB9E2-6A20-6173-9D99-0D39EC48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FA6FF-4958-5668-233C-B6476E4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3389C-5D2C-5957-D97D-22021B78B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584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92FD5E-EA79-3403-12D0-D73C18BE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CFC78-5317-3C50-89E6-A9775BC6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12CAF-3612-C65D-A290-1A49A0AA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381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DC45-D1AE-9A53-F534-391AE6306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12BA-73CE-1CA8-76FA-1004EA4CE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47335-F1F3-92D8-0011-ECBEED4C7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E33D5-93D6-EC86-A8F1-9C0B5F25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D4B62-DDD6-0FDD-7F7E-E8F166E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A7DFE-5AEB-A36A-B5E4-F3258C08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918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3DF9-38C6-DED5-F188-7B2DBC6AE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0361C-1ECB-04FD-740A-949F3B2660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04452-0431-6B22-12D8-0D0C78442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33243-FAA9-7981-78DC-E1EE0884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D78B7-741D-8A75-35B2-5102A8EE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B07A7-0646-C3D9-762F-E24CAD85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8765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122D-8E42-2A75-C726-D0B68066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F914C-1F08-D494-FD27-429912C11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15797-C434-C4B4-8463-A53C7196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757B4-2195-E058-60C6-67F7A339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A1862-BB25-3D0B-A41B-559B66B6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76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6E553-E082-C029-4A32-D7E96F460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9B7E2-E65F-DEF0-E9A0-A8639D235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B6A00-531C-66AF-2267-50F43962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F470F-F33B-12C1-6BB2-62601117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0062-F18E-614A-84DB-B058CCC7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133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BB549-45B0-861C-5C8C-2E6AF0D3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9B5C9-7AB4-767C-19A9-BCBA7F7E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C2966-4495-114F-5864-6BC4271B1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906A8-5AB2-4174-BDD9-738D4965E791}" type="datetimeFigureOut">
              <a:rPr lang="en-ZA" smtClean="0"/>
              <a:t>2026/02/25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FECD1-9A68-2F1F-05B4-EA5CBD665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A92B1-C6EB-D4EA-8319-B706489EE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5879C-A337-455D-99C4-538ED89A7C2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486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hyperlink" Target="mailto:joppenheim@opnel.com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descr="Misty Mountains">
            <a:extLst>
              <a:ext uri="{FF2B5EF4-FFF2-40B4-BE49-F238E27FC236}">
                <a16:creationId xmlns:a16="http://schemas.microsoft.com/office/drawing/2014/main" id="{97283B81-52EF-0C17-479B-0F3A76D8B49D}"/>
              </a:ext>
            </a:extLst>
          </p:cNvPr>
          <p:cNvSpPr/>
          <p:nvPr/>
        </p:nvSpPr>
        <p:spPr>
          <a:xfrm>
            <a:off x="173182" y="103909"/>
            <a:ext cx="11845636" cy="665018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1F3758-0C47-D6DA-54BB-C1026AE0843A}"/>
              </a:ext>
            </a:extLst>
          </p:cNvPr>
          <p:cNvSpPr/>
          <p:nvPr/>
        </p:nvSpPr>
        <p:spPr>
          <a:xfrm>
            <a:off x="304800" y="193964"/>
            <a:ext cx="1489364" cy="5126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Core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E197D9-77E3-5557-F237-6A6C4695B381}"/>
              </a:ext>
            </a:extLst>
          </p:cNvPr>
          <p:cNvSpPr/>
          <p:nvPr/>
        </p:nvSpPr>
        <p:spPr>
          <a:xfrm>
            <a:off x="304800" y="796635"/>
            <a:ext cx="1489364" cy="5867399"/>
          </a:xfrm>
          <a:prstGeom prst="roundRect">
            <a:avLst>
              <a:gd name="adj" fmla="val 5969"/>
            </a:avLst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ZA" sz="1400" dirty="0"/>
              <a:t>Applications</a:t>
            </a:r>
          </a:p>
          <a:p>
            <a:pPr algn="ctr"/>
            <a:endParaRPr lang="en-ZA" sz="1400" dirty="0"/>
          </a:p>
          <a:p>
            <a:r>
              <a:rPr lang="en-ZA" sz="1400" dirty="0"/>
              <a:t>        User</a:t>
            </a:r>
          </a:p>
          <a:p>
            <a:r>
              <a:rPr lang="en-ZA" sz="1400" dirty="0"/>
              <a:t>        Tenants</a:t>
            </a:r>
          </a:p>
          <a:p>
            <a:r>
              <a:rPr lang="en-ZA" sz="1400" dirty="0"/>
              <a:t>        Tasks</a:t>
            </a:r>
          </a:p>
          <a:p>
            <a:r>
              <a:rPr lang="en-ZA" sz="1400" dirty="0"/>
              <a:t>        Objects</a:t>
            </a:r>
          </a:p>
          <a:p>
            <a:r>
              <a:rPr lang="en-ZA" sz="1400" dirty="0"/>
              <a:t>        Monitor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B1EF41-EFB0-EAEF-AC47-32B31137EB39}"/>
              </a:ext>
            </a:extLst>
          </p:cNvPr>
          <p:cNvSpPr/>
          <p:nvPr/>
        </p:nvSpPr>
        <p:spPr>
          <a:xfrm>
            <a:off x="1932709" y="193964"/>
            <a:ext cx="7516091" cy="5126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 dirty="0"/>
              <a:t>Tenants [Personal – </a:t>
            </a:r>
            <a:r>
              <a:rPr lang="en-ZA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joppenheim@opnel.com</a:t>
            </a:r>
            <a:r>
              <a:rPr lang="en-ZA" sz="1100" dirty="0"/>
              <a:t>]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466E03-F292-A1E3-77B5-C0CA49C07205}"/>
              </a:ext>
            </a:extLst>
          </p:cNvPr>
          <p:cNvSpPr/>
          <p:nvPr/>
        </p:nvSpPr>
        <p:spPr>
          <a:xfrm>
            <a:off x="9525001" y="193964"/>
            <a:ext cx="1905001" cy="5126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ZA" sz="1200" dirty="0"/>
              <a:t>Joe</a:t>
            </a:r>
            <a:br>
              <a:rPr lang="en-ZA" sz="1200" dirty="0"/>
            </a:br>
            <a:r>
              <a:rPr lang="en-ZA" sz="1200" dirty="0"/>
              <a:t>joppenheim@opnel.com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59343B-CF3A-1453-6E3D-F815CD4E2134}"/>
              </a:ext>
            </a:extLst>
          </p:cNvPr>
          <p:cNvSpPr/>
          <p:nvPr/>
        </p:nvSpPr>
        <p:spPr>
          <a:xfrm>
            <a:off x="1932708" y="796636"/>
            <a:ext cx="9954491" cy="5867399"/>
          </a:xfrm>
          <a:prstGeom prst="roundRect">
            <a:avLst>
              <a:gd name="adj" fmla="val 1201"/>
            </a:avLst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ZA" sz="1400" dirty="0"/>
              <a:t>Application Content Window</a:t>
            </a:r>
          </a:p>
          <a:p>
            <a:pPr algn="ctr"/>
            <a:endParaRPr lang="en-ZA" sz="1400" dirty="0"/>
          </a:p>
          <a:p>
            <a:pPr algn="ctr"/>
            <a:endParaRPr lang="en-ZA" sz="1400" dirty="0"/>
          </a:p>
          <a:p>
            <a:pPr algn="ctr"/>
            <a:endParaRPr lang="en-ZA" sz="1400" dirty="0"/>
          </a:p>
          <a:p>
            <a:pPr algn="ctr"/>
            <a:endParaRPr lang="en-ZA" sz="1400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D21118BE-39F4-2595-6055-712BB9BA73B6}"/>
              </a:ext>
            </a:extLst>
          </p:cNvPr>
          <p:cNvSpPr/>
          <p:nvPr/>
        </p:nvSpPr>
        <p:spPr>
          <a:xfrm rot="10800000">
            <a:off x="7112793" y="386736"/>
            <a:ext cx="169069" cy="15142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CE7478-B935-C88D-FA8F-709443B46296}"/>
              </a:ext>
            </a:extLst>
          </p:cNvPr>
          <p:cNvSpPr/>
          <p:nvPr/>
        </p:nvSpPr>
        <p:spPr>
          <a:xfrm>
            <a:off x="11471564" y="193964"/>
            <a:ext cx="415635" cy="5126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ZA" sz="1200" dirty="0"/>
          </a:p>
        </p:txBody>
      </p:sp>
      <p:pic>
        <p:nvPicPr>
          <p:cNvPr id="16" name="Graphic 15" descr="Male profile with solid fill">
            <a:extLst>
              <a:ext uri="{FF2B5EF4-FFF2-40B4-BE49-F238E27FC236}">
                <a16:creationId xmlns:a16="http://schemas.microsoft.com/office/drawing/2014/main" id="{ABD72553-7AB1-A7AD-214F-5002BA17D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5809" y="278875"/>
            <a:ext cx="367145" cy="3671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4D5ED8-A3C5-EACD-6419-93F003E54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974" y="1309282"/>
            <a:ext cx="180000" cy="180000"/>
          </a:xfrm>
          <a:prstGeom prst="rect">
            <a:avLst/>
          </a:prstGeom>
          <a:noFill/>
        </p:spPr>
      </p:pic>
      <p:pic>
        <p:nvPicPr>
          <p:cNvPr id="21" name="Graphic 20" descr="Store with solid fill">
            <a:extLst>
              <a:ext uri="{FF2B5EF4-FFF2-40B4-BE49-F238E27FC236}">
                <a16:creationId xmlns:a16="http://schemas.microsoft.com/office/drawing/2014/main" id="{6EB94B58-300D-21C6-181A-5CDBCE4109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974" y="1536556"/>
            <a:ext cx="180000" cy="180000"/>
          </a:xfrm>
          <a:prstGeom prst="rect">
            <a:avLst/>
          </a:prstGeom>
        </p:spPr>
      </p:pic>
      <p:pic>
        <p:nvPicPr>
          <p:cNvPr id="23" name="Graphic 22" descr="Clipboard Mixed with solid fill">
            <a:extLst>
              <a:ext uri="{FF2B5EF4-FFF2-40B4-BE49-F238E27FC236}">
                <a16:creationId xmlns:a16="http://schemas.microsoft.com/office/drawing/2014/main" id="{4BE4816A-F577-0D8D-2917-D72A48EECF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974" y="1763830"/>
            <a:ext cx="180000" cy="180000"/>
          </a:xfrm>
          <a:prstGeom prst="rect">
            <a:avLst/>
          </a:prstGeom>
        </p:spPr>
      </p:pic>
      <p:pic>
        <p:nvPicPr>
          <p:cNvPr id="25" name="Graphic 24" descr="Remote work with solid fill">
            <a:extLst>
              <a:ext uri="{FF2B5EF4-FFF2-40B4-BE49-F238E27FC236}">
                <a16:creationId xmlns:a16="http://schemas.microsoft.com/office/drawing/2014/main" id="{A337D34F-AD39-24E2-1201-5EA757533A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1974" y="1991104"/>
            <a:ext cx="180000" cy="180000"/>
          </a:xfrm>
          <a:prstGeom prst="rect">
            <a:avLst/>
          </a:prstGeom>
        </p:spPr>
      </p:pic>
      <p:pic>
        <p:nvPicPr>
          <p:cNvPr id="27" name="Graphic 26" descr="Bar chart with solid fill">
            <a:extLst>
              <a:ext uri="{FF2B5EF4-FFF2-40B4-BE49-F238E27FC236}">
                <a16:creationId xmlns:a16="http://schemas.microsoft.com/office/drawing/2014/main" id="{9C88DF35-4387-4064-A809-1C0709FC85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1974" y="2171104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32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Oppenheim</dc:creator>
  <cp:lastModifiedBy>Joe Oppenheim</cp:lastModifiedBy>
  <cp:revision>1</cp:revision>
  <dcterms:created xsi:type="dcterms:W3CDTF">2026-02-25T19:37:55Z</dcterms:created>
  <dcterms:modified xsi:type="dcterms:W3CDTF">2026-02-25T20:21:26Z</dcterms:modified>
</cp:coreProperties>
</file>